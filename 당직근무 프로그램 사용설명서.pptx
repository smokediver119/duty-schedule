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1" r:id="rId2"/>
    <p:sldId id="263" r:id="rId3"/>
    <p:sldId id="266" r:id="rId4"/>
    <p:sldId id="262" r:id="rId5"/>
    <p:sldId id="288" r:id="rId6"/>
    <p:sldId id="264" r:id="rId7"/>
    <p:sldId id="289" r:id="rId8"/>
    <p:sldId id="290" r:id="rId9"/>
    <p:sldId id="291" r:id="rId10"/>
    <p:sldId id="287" r:id="rId11"/>
    <p:sldId id="27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634E4C-406A-4C3C-8B6E-7081E60D19F5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3D7305-72F3-43C2-A0C4-3780027598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771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29157E-EDD4-42F4-893C-2A29A5A14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554-C3ED-45ED-B11C-7C13AB9F3925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B2D3C4-6450-4970-BB8D-9A2721D7C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37838F-41B8-4377-93DB-0DD9E49B4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A3771-90B2-4AFE-8916-8D1DD1D86EE3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DDF058C-2909-454D-B196-60B8DE8D77F2}"/>
              </a:ext>
            </a:extLst>
          </p:cNvPr>
          <p:cNvGrpSpPr/>
          <p:nvPr userDrawn="1"/>
        </p:nvGrpSpPr>
        <p:grpSpPr>
          <a:xfrm>
            <a:off x="412750" y="254001"/>
            <a:ext cx="1822450" cy="416559"/>
            <a:chOff x="412750" y="254001"/>
            <a:chExt cx="1822450" cy="41655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D8E7684-4B05-4205-A273-8B3CFAC203F2}"/>
                </a:ext>
              </a:extLst>
            </p:cNvPr>
            <p:cNvSpPr txBox="1"/>
            <p:nvPr/>
          </p:nvSpPr>
          <p:spPr>
            <a:xfrm>
              <a:off x="739683" y="301228"/>
              <a:ext cx="14955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광진소방서</a:t>
              </a:r>
            </a:p>
          </p:txBody>
        </p:sp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6AB76040-AB21-4863-B7E0-57A9AD4CE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2750" y="254001"/>
              <a:ext cx="477850" cy="416559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35A51AD-A55A-C9AE-9703-A2BF6E3544A0}"/>
              </a:ext>
            </a:extLst>
          </p:cNvPr>
          <p:cNvSpPr txBox="1"/>
          <p:nvPr userDrawn="1"/>
        </p:nvSpPr>
        <p:spPr>
          <a:xfrm>
            <a:off x="1568450" y="2266408"/>
            <a:ext cx="9055100" cy="1317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endParaRPr lang="en-US" altLang="ko-KR" sz="6000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5689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AD65FA-8634-4531-B620-3749DB02D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9B3314-A346-42E8-86DD-5E5D52A0D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B6DCD9-25E3-4130-9A94-A88A2F354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554-C3ED-45ED-B11C-7C13AB9F3925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F311E1-F640-40CF-9FD9-D0BCF22F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587D71-DA70-4DF3-B866-461B72DAE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A3771-90B2-4AFE-8916-8D1DD1D86E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127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FAD19E-ADB1-4A59-817C-72773AA93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F0BC88-8F31-436C-83F7-8C1A8DD00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60951E-C7B8-4E40-9C95-F96B710EF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554-C3ED-45ED-B11C-7C13AB9F3925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03AD58-405C-493A-8A8A-9A6B59BFA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1EE492-91E6-43E3-B429-6B1AE802A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A3771-90B2-4AFE-8916-8D1DD1D86E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7337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3EE766-1486-42CD-B2BA-10C35B31F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DF079-F075-459A-AB34-8FC09C677D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41E0E3-B933-4A88-98A8-C48B558C9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3A2C6B9-5666-4E0C-9D51-544EBC9A7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554-C3ED-45ED-B11C-7C13AB9F3925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CDA607-8A18-439D-825A-4B59251E3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E55796-ECDB-4151-8867-FED5FF7BE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A3771-90B2-4AFE-8916-8D1DD1D86E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578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26558B-7B6A-4644-B2DE-EBBA8F0EA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623FE5-7A8C-47D8-B2C7-B0AED58CB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BB00D9-CF74-4CDE-AC82-3E5241BA87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509B8AD-21A0-4AB2-ACC4-9FF3FC425F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32D021A-626A-4133-8AF2-DEFD54649B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BCA78FD-0E4E-4AFF-9584-4D8A54C9B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554-C3ED-45ED-B11C-7C13AB9F3925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A47C346-C171-4854-8087-1F2B68376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2BB7864-1DDF-4613-A330-87D9F2B19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A3771-90B2-4AFE-8916-8D1DD1D86E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1258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AA1544-15D0-45E4-8DB2-17CAB3CF2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B959185-ECEE-4B36-9262-231844660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554-C3ED-45ED-B11C-7C13AB9F3925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B859C28-8BFC-4614-95A3-AB8F62415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37DD0B-9A3C-4F3D-88F9-DEB812251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A3771-90B2-4AFE-8916-8D1DD1D86E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088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1BF7A42-61C7-49EF-BEC1-5CDAB33BB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554-C3ED-45ED-B11C-7C13AB9F3925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E09258A-C65B-41B2-8315-D7D9F0FF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B1559E-BA39-4AE7-BBED-55934EDE2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A3771-90B2-4AFE-8916-8D1DD1D86E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9207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B76122-3B85-4EF4-A98C-E533849C4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5277E8-A244-4FB3-9E9E-FCF4B054F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F0A2A1-5FBC-4550-94DF-2F4FAAF2B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75D6B3-EDFC-4673-883D-B8AAE34C8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554-C3ED-45ED-B11C-7C13AB9F3925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E16E77-34CB-4C2E-B951-4B2F57539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B94D6D-EA3C-4096-AF40-AA865D149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A3771-90B2-4AFE-8916-8D1DD1D86E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437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989E69-97F5-4EE5-A18E-0F31AC25D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88FDF23-8992-4052-AD55-A7E4327CCA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A40F41-481B-4BD4-9C90-8E8C1CD309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A20666-D52C-4C87-98E2-A6FC22895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554-C3ED-45ED-B11C-7C13AB9F3925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933F11-99DA-41D6-95EC-00AB4B98B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C7845F-5456-4CB8-A366-35FDDE5A5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A3771-90B2-4AFE-8916-8D1DD1D86E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04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CE6BA4-506F-4E4A-80B1-A4725F84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568F2E-3040-4FE7-9892-CF001E87C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1C46D8-38FE-409B-97CC-54CA9E21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554-C3ED-45ED-B11C-7C13AB9F3925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D0CBFC-AE9D-49FA-AC7B-A3A8C4B07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CA483D-6126-418B-A028-9F29D4551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A3771-90B2-4AFE-8916-8D1DD1D86E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717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81AD9FF-041B-44F2-AE75-0D562DCD38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9AA1F0E-65B6-4604-AE55-261CF31D7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555147-AAA4-4AE7-9CB5-0835BDA70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554-C3ED-45ED-B11C-7C13AB9F3925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F773E3-272C-4611-8F54-9878E68E4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470755-5E0F-4FC7-8468-9118A7D0B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A3771-90B2-4AFE-8916-8D1DD1D86E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0825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A866248-7912-4293-9CD8-C5EE7DA79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DB49D4-50EC-4421-8013-EF1FBD9D5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856F22-0A96-41E0-A6BE-0EE83514D2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975554-C3ED-45ED-B11C-7C13AB9F3925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DC2533-8DBF-4AD2-ACF5-DBEAD86215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D853E1-9B92-4258-AD08-A2A7FD509B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A3771-90B2-4AFE-8916-8D1DD1D86E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195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uty-schedule-mu.vercel.app/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988B48-7FDF-4E23-A36C-A864491C1812}"/>
              </a:ext>
            </a:extLst>
          </p:cNvPr>
          <p:cNvSpPr txBox="1"/>
          <p:nvPr/>
        </p:nvSpPr>
        <p:spPr>
          <a:xfrm>
            <a:off x="1411242" y="1447799"/>
            <a:ext cx="93695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당직근무 프로그램 사용설명서</a:t>
            </a:r>
            <a:endParaRPr lang="ko-KR" altLang="en-US" sz="6000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734156-FB06-4A49-901F-A95B05CAE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816" y="3869266"/>
            <a:ext cx="2256367" cy="1966957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490722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950E22F1-A760-4D4D-A743-8B5BFDB56308}"/>
              </a:ext>
            </a:extLst>
          </p:cNvPr>
          <p:cNvGrpSpPr/>
          <p:nvPr/>
        </p:nvGrpSpPr>
        <p:grpSpPr>
          <a:xfrm>
            <a:off x="412750" y="254001"/>
            <a:ext cx="1822450" cy="416559"/>
            <a:chOff x="412750" y="254001"/>
            <a:chExt cx="1822450" cy="41655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6988B48-7FDF-4E23-A36C-A864491C1812}"/>
                </a:ext>
              </a:extLst>
            </p:cNvPr>
            <p:cNvSpPr txBox="1"/>
            <p:nvPr/>
          </p:nvSpPr>
          <p:spPr>
            <a:xfrm>
              <a:off x="739683" y="301228"/>
              <a:ext cx="14955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광진소방서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C734156-FB06-4A49-901F-A95B05CAEF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2750" y="254001"/>
              <a:ext cx="477850" cy="416559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5D09AB2-BE2E-4938-84BC-43CCAF7FF945}"/>
              </a:ext>
            </a:extLst>
          </p:cNvPr>
          <p:cNvSpPr txBox="1"/>
          <p:nvPr/>
        </p:nvSpPr>
        <p:spPr>
          <a:xfrm>
            <a:off x="1502833" y="1673170"/>
            <a:ext cx="9186334" cy="327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안녕하세요 교육담당 </a:t>
            </a:r>
            <a:r>
              <a:rPr lang="ko-KR" altLang="en-US" sz="2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소방교</a:t>
            </a:r>
            <a:r>
              <a:rPr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박홍석입니다</a:t>
            </a:r>
            <a:r>
              <a:rPr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당직근무 변경 시 경로 일원화</a:t>
            </a:r>
            <a:r>
              <a:rPr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와</a:t>
            </a:r>
            <a:r>
              <a:rPr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언제 어디서든 확인 가능한 당직근무표</a:t>
            </a:r>
            <a:r>
              <a:rPr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위해</a:t>
            </a:r>
            <a:endParaRPr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당직근무 변경 프로그램을 제작했습니다</a:t>
            </a:r>
            <a:r>
              <a:rPr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PC,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휴대폰 등에 앱처럼 설치</a:t>
            </a:r>
            <a:r>
              <a:rPr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 하시면</a:t>
            </a:r>
            <a:r>
              <a:rPr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간단히 사용하실 수 있도록 제작하였으니</a:t>
            </a:r>
            <a:endParaRPr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사용방법을 읽어 보시고 당직근무 확인 및 변경 시 활용해주시기 바랍니다</a:t>
            </a:r>
            <a:r>
              <a:rPr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문의</a:t>
            </a:r>
            <a:r>
              <a:rPr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:02-6981-6613</a:t>
            </a:r>
          </a:p>
        </p:txBody>
      </p:sp>
    </p:spTree>
    <p:extLst>
      <p:ext uri="{BB962C8B-B14F-4D97-AF65-F5344CB8AC3E}">
        <p14:creationId xmlns:p14="http://schemas.microsoft.com/office/powerpoint/2010/main" val="2459515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988B48-7FDF-4E23-A36C-A864491C1812}"/>
              </a:ext>
            </a:extLst>
          </p:cNvPr>
          <p:cNvSpPr txBox="1"/>
          <p:nvPr/>
        </p:nvSpPr>
        <p:spPr>
          <a:xfrm>
            <a:off x="739683" y="301228"/>
            <a:ext cx="1495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광진소방서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734156-FB06-4A49-901F-A95B05CAE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50" y="254001"/>
            <a:ext cx="477850" cy="416559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FAA26E-89F3-4FDD-9AE4-5B3ADD4CD0E3}"/>
              </a:ext>
            </a:extLst>
          </p:cNvPr>
          <p:cNvSpPr txBox="1"/>
          <p:nvPr/>
        </p:nvSpPr>
        <p:spPr>
          <a:xfrm>
            <a:off x="1568450" y="2266408"/>
            <a:ext cx="9055100" cy="1317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당직근무 프로그램 설치 방법</a:t>
            </a:r>
            <a:endParaRPr lang="en-US" altLang="ko-KR" sz="6000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3491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3216EA7-F7EB-DA25-14F0-F141AB9616EE}"/>
              </a:ext>
            </a:extLst>
          </p:cNvPr>
          <p:cNvSpPr txBox="1"/>
          <p:nvPr/>
        </p:nvSpPr>
        <p:spPr>
          <a:xfrm>
            <a:off x="1502832" y="706518"/>
            <a:ext cx="9186334" cy="1054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PC </a:t>
            </a:r>
            <a:r>
              <a:rPr lang="ko-KR" alt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설치 방법</a:t>
            </a:r>
            <a:endParaRPr lang="en-US" altLang="ko-KR" sz="2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</a:t>
            </a:r>
            <a:r>
              <a:rPr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    소</a:t>
            </a:r>
            <a:r>
              <a:rPr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hlinkClick r:id="rId2"/>
              </a:rPr>
              <a:t>https://duty-schedule-mu.vercel.app/</a:t>
            </a:r>
            <a:r>
              <a:rPr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← Ctrl</a:t>
            </a:r>
            <a:r>
              <a:rPr lang="ko-KR" altLang="en-US" sz="200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키 누르고 클릭</a:t>
            </a:r>
            <a:r>
              <a:rPr lang="en-US" altLang="ko-KR" sz="200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!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C0CF173-E45B-A601-A057-8BD246139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65" y="1761359"/>
            <a:ext cx="9330631" cy="4823998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7F8D07A5-45D5-958D-D7D8-2F2FA3228430}"/>
              </a:ext>
            </a:extLst>
          </p:cNvPr>
          <p:cNvSpPr/>
          <p:nvPr/>
        </p:nvSpPr>
        <p:spPr>
          <a:xfrm>
            <a:off x="3875307" y="4423955"/>
            <a:ext cx="1750423" cy="2090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090298-B7E2-C84E-CA5C-FABD0CF87B85}"/>
              </a:ext>
            </a:extLst>
          </p:cNvPr>
          <p:cNvSpPr txBox="1"/>
          <p:nvPr/>
        </p:nvSpPr>
        <p:spPr>
          <a:xfrm>
            <a:off x="6109703" y="4278036"/>
            <a:ext cx="5207726" cy="50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← </a:t>
            </a: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사용자 </a:t>
            </a:r>
            <a:r>
              <a:rPr lang="en-US" altLang="ko-KR" sz="2000" dirty="0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44</a:t>
            </a: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명이 안 뜨면 </a:t>
            </a:r>
            <a:r>
              <a:rPr lang="ko-KR" altLang="en-US" sz="2000" dirty="0" err="1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새로고침</a:t>
            </a: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한 번 해주세요</a:t>
            </a:r>
            <a:r>
              <a:rPr lang="en-US" altLang="ko-KR" sz="2000" dirty="0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135030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9C89995-985D-0E01-B687-3BAFE9531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63" y="977256"/>
            <a:ext cx="10589623" cy="5469916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8A755FCB-2B06-2D68-8466-A8B789C1D0AA}"/>
              </a:ext>
            </a:extLst>
          </p:cNvPr>
          <p:cNvSpPr/>
          <p:nvPr/>
        </p:nvSpPr>
        <p:spPr>
          <a:xfrm>
            <a:off x="7628709" y="1750423"/>
            <a:ext cx="1027611" cy="3309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28B2A06-3560-7078-8AA4-794F4F91C6DE}"/>
              </a:ext>
            </a:extLst>
          </p:cNvPr>
          <p:cNvSpPr/>
          <p:nvPr/>
        </p:nvSpPr>
        <p:spPr>
          <a:xfrm>
            <a:off x="9379131" y="977256"/>
            <a:ext cx="261257" cy="2158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1C721E-E130-D0E9-B82B-76D47F1EDA91}"/>
              </a:ext>
            </a:extLst>
          </p:cNvPr>
          <p:cNvSpPr txBox="1"/>
          <p:nvPr/>
        </p:nvSpPr>
        <p:spPr>
          <a:xfrm>
            <a:off x="8360228" y="310720"/>
            <a:ext cx="23338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</a:t>
            </a: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앱에서 열기 클릭</a:t>
            </a:r>
            <a:r>
              <a:rPr lang="en-US" altLang="ko-KR" sz="2000" dirty="0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!</a:t>
            </a:r>
          </a:p>
          <a:p>
            <a:pPr algn="ctr"/>
            <a:r>
              <a:rPr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881162-3F4E-11F0-AF24-BC63363796FB}"/>
              </a:ext>
            </a:extLst>
          </p:cNvPr>
          <p:cNvSpPr txBox="1"/>
          <p:nvPr/>
        </p:nvSpPr>
        <p:spPr>
          <a:xfrm>
            <a:off x="7393576" y="2081349"/>
            <a:ext cx="14978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↑</a:t>
            </a:r>
          </a:p>
          <a:p>
            <a:pPr algn="ctr"/>
            <a:r>
              <a:rPr lang="en-US" altLang="ko-KR" sz="2000" dirty="0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</a:t>
            </a: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열기 클릭</a:t>
            </a:r>
            <a:endParaRPr lang="en-US" altLang="ko-KR" sz="2000" dirty="0">
              <a:highlight>
                <a:srgbClr val="FFFF00"/>
              </a:highlight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1768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24B331DF-377B-DD37-6A2C-D4D15D8DCB66}"/>
              </a:ext>
            </a:extLst>
          </p:cNvPr>
          <p:cNvGrpSpPr/>
          <p:nvPr/>
        </p:nvGrpSpPr>
        <p:grpSpPr>
          <a:xfrm>
            <a:off x="3249807" y="661848"/>
            <a:ext cx="5692387" cy="6155917"/>
            <a:chOff x="2850726" y="661848"/>
            <a:chExt cx="5692387" cy="6155917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F3328A0-C606-5A5D-A75D-698B674D8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50726" y="687976"/>
              <a:ext cx="5692387" cy="6129789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5DCC877-665A-89A6-4250-94113A4F2A31}"/>
                </a:ext>
              </a:extLst>
            </p:cNvPr>
            <p:cNvSpPr/>
            <p:nvPr/>
          </p:nvSpPr>
          <p:spPr>
            <a:xfrm>
              <a:off x="7463250" y="661848"/>
              <a:ext cx="278674" cy="235133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C3BDFB0-A248-742B-3CE4-34EB382512E8}"/>
                </a:ext>
              </a:extLst>
            </p:cNvPr>
            <p:cNvSpPr/>
            <p:nvPr/>
          </p:nvSpPr>
          <p:spPr>
            <a:xfrm>
              <a:off x="5723045" y="1937654"/>
              <a:ext cx="2045005" cy="235133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E9BE123-EE7A-0DFE-29B4-2D2AA5E3975A}"/>
              </a:ext>
            </a:extLst>
          </p:cNvPr>
          <p:cNvSpPr txBox="1"/>
          <p:nvPr/>
        </p:nvSpPr>
        <p:spPr>
          <a:xfrm>
            <a:off x="8027792" y="579359"/>
            <a:ext cx="3058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← </a:t>
            </a:r>
            <a:r>
              <a:rPr lang="en-US" altLang="ko-KR" sz="2000" dirty="0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</a:t>
            </a: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 </a:t>
            </a:r>
            <a:r>
              <a:rPr lang="ko-KR" altLang="en-US" sz="2000" dirty="0" err="1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세개</a:t>
            </a:r>
            <a:r>
              <a:rPr lang="en-US" altLang="ko-KR" sz="2000" dirty="0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설정</a:t>
            </a:r>
            <a:r>
              <a:rPr lang="en-US" altLang="ko-KR" sz="2000" dirty="0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클릭</a:t>
            </a:r>
            <a:r>
              <a:rPr lang="en-US" altLang="ko-KR" sz="2000" dirty="0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!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FCE3B1-F665-0812-F5DF-0EEEA1BC45C1}"/>
              </a:ext>
            </a:extLst>
          </p:cNvPr>
          <p:cNvSpPr txBox="1"/>
          <p:nvPr/>
        </p:nvSpPr>
        <p:spPr>
          <a:xfrm>
            <a:off x="7944308" y="1848241"/>
            <a:ext cx="3058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← </a:t>
            </a:r>
            <a:r>
              <a:rPr lang="en-US" altLang="ko-KR" sz="2000" dirty="0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</a:t>
            </a: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앱 설정 클릭</a:t>
            </a:r>
            <a:r>
              <a:rPr lang="en-US" altLang="ko-KR" sz="2000" dirty="0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179808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988B48-7FDF-4E23-A36C-A864491C1812}"/>
              </a:ext>
            </a:extLst>
          </p:cNvPr>
          <p:cNvSpPr txBox="1"/>
          <p:nvPr/>
        </p:nvSpPr>
        <p:spPr>
          <a:xfrm>
            <a:off x="739683" y="301228"/>
            <a:ext cx="1495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광진소방서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734156-FB06-4A49-901F-A95B05CAE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50" y="254001"/>
            <a:ext cx="477850" cy="41655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60F5622-AE5F-41F1-E8CB-420E32120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73488"/>
            <a:ext cx="10887689" cy="558328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41837342-8D17-7926-B340-E096967E80AD}"/>
              </a:ext>
            </a:extLst>
          </p:cNvPr>
          <p:cNvSpPr/>
          <p:nvPr/>
        </p:nvSpPr>
        <p:spPr>
          <a:xfrm>
            <a:off x="4798423" y="3901440"/>
            <a:ext cx="1079863" cy="2873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207727-DABE-65FF-BA67-6C8C4419606E}"/>
              </a:ext>
            </a:extLst>
          </p:cNvPr>
          <p:cNvSpPr txBox="1"/>
          <p:nvPr/>
        </p:nvSpPr>
        <p:spPr>
          <a:xfrm>
            <a:off x="5878286" y="3834880"/>
            <a:ext cx="30582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← 바탕화면 바로가기 만들기 클릭해서 아이콘 생성</a:t>
            </a:r>
            <a:r>
              <a:rPr lang="en-US" altLang="ko-KR" sz="2000" dirty="0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064565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988B48-7FDF-4E23-A36C-A864491C1812}"/>
              </a:ext>
            </a:extLst>
          </p:cNvPr>
          <p:cNvSpPr txBox="1"/>
          <p:nvPr/>
        </p:nvSpPr>
        <p:spPr>
          <a:xfrm>
            <a:off x="739683" y="301228"/>
            <a:ext cx="1495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광진소방서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734156-FB06-4A49-901F-A95B05CAE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50" y="254001"/>
            <a:ext cx="477850" cy="41655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586A301-761A-9899-E540-617C8BC0C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230" y="1823831"/>
            <a:ext cx="3430324" cy="36271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6F98036-2D46-869D-158C-FC70D4FE3680}"/>
              </a:ext>
            </a:extLst>
          </p:cNvPr>
          <p:cNvSpPr txBox="1"/>
          <p:nvPr/>
        </p:nvSpPr>
        <p:spPr>
          <a:xfrm>
            <a:off x="6679475" y="3437349"/>
            <a:ext cx="3058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← 바탕화면에 생성된 모습</a:t>
            </a:r>
            <a:endParaRPr lang="en-US" altLang="ko-KR" sz="2000" dirty="0">
              <a:highlight>
                <a:srgbClr val="FFFF00"/>
              </a:highlight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3494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3216EA7-F7EB-DA25-14F0-F141AB9616EE}"/>
              </a:ext>
            </a:extLst>
          </p:cNvPr>
          <p:cNvSpPr txBox="1"/>
          <p:nvPr/>
        </p:nvSpPr>
        <p:spPr>
          <a:xfrm>
            <a:off x="1502832" y="706518"/>
            <a:ext cx="9186334" cy="582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</a:t>
            </a:r>
            <a:r>
              <a:rPr lang="ko-KR" alt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모바일 설치 방법</a:t>
            </a:r>
            <a:endParaRPr lang="en-US" altLang="ko-KR" sz="2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DBE045D-0CD3-3677-2A42-CE988EFD25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669" y="2248659"/>
            <a:ext cx="3021330" cy="30213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9E835A-A7AE-6C07-A952-AF01F456BE5C}"/>
              </a:ext>
            </a:extLst>
          </p:cNvPr>
          <p:cNvSpPr txBox="1"/>
          <p:nvPr/>
        </p:nvSpPr>
        <p:spPr>
          <a:xfrm>
            <a:off x="6268118" y="3559269"/>
            <a:ext cx="3058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← 휴대폰 카메라로 </a:t>
            </a:r>
            <a:r>
              <a:rPr lang="en-US" altLang="ko-KR" sz="2000" dirty="0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QR </a:t>
            </a: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인식</a:t>
            </a:r>
            <a:endParaRPr lang="en-US" altLang="ko-KR" sz="2000" dirty="0">
              <a:highlight>
                <a:srgbClr val="FFFF00"/>
              </a:highlight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8885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988B48-7FDF-4E23-A36C-A864491C1812}"/>
              </a:ext>
            </a:extLst>
          </p:cNvPr>
          <p:cNvSpPr txBox="1"/>
          <p:nvPr/>
        </p:nvSpPr>
        <p:spPr>
          <a:xfrm>
            <a:off x="739683" y="301228"/>
            <a:ext cx="1495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광진소방서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734156-FB06-4A49-901F-A95B05CAE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50" y="254001"/>
            <a:ext cx="477850" cy="416559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D09AB2-BE2E-4938-84BC-43CCAF7FF945}"/>
              </a:ext>
            </a:extLst>
          </p:cNvPr>
          <p:cNvSpPr txBox="1"/>
          <p:nvPr/>
        </p:nvSpPr>
        <p:spPr>
          <a:xfrm>
            <a:off x="1502833" y="1160815"/>
            <a:ext cx="9186334" cy="373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주의사항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!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셀 서식이 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텍스트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＂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되어있으면 값이 안 나옵니다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- </a:t>
            </a:r>
            <a:r>
              <a:rPr lang="ko-KR" altLang="en-US" sz="2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셀 서식 </a:t>
            </a:r>
            <a:r>
              <a:rPr lang="en-US" altLang="ko-KR" sz="2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</a:t>
            </a:r>
            <a:r>
              <a:rPr lang="ko-KR" altLang="en-US" sz="2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일반</a:t>
            </a:r>
            <a:r>
              <a:rPr lang="en-US" altLang="ko-KR" sz="2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”</a:t>
            </a:r>
            <a:r>
              <a:rPr lang="ko-KR" altLang="en-US" sz="2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으로 변경</a:t>
            </a:r>
            <a:endParaRPr lang="en-US" altLang="ko-KR" sz="2000" b="1" dirty="0">
              <a:solidFill>
                <a:srgbClr val="0070C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함수를 이용해서 나온 값은 그 자리에 다시 복사 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값으로 붙여넣기 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해서 값으로만 입력</a:t>
            </a:r>
            <a:endParaRPr lang="en-US" altLang="ko-KR" sz="20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</a:t>
            </a:r>
            <a:r>
              <a:rPr lang="ko-KR" altLang="en-US" sz="2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현장대응단장님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 중요직무급 대상으로 출동가산금이 지급되면 안됩니다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- </a:t>
            </a:r>
            <a:r>
              <a:rPr lang="en-US" altLang="ko-KR" sz="2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2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으로 해주시기 바랍니다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기간 중 승진하신 분이 계시면 계급별로 나눠서 </a:t>
            </a:r>
            <a:r>
              <a:rPr lang="ko-KR" altLang="en-US" sz="20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넣어주시기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바랍니다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- 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함수 사용시 이전계급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이후계급 둘 다 들어가니 중복되지 않도록 주의해주세요</a:t>
            </a:r>
            <a:r>
              <a:rPr lang="en-US" altLang="ko-KR" sz="2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572784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988B48-7FDF-4E23-A36C-A864491C1812}"/>
              </a:ext>
            </a:extLst>
          </p:cNvPr>
          <p:cNvSpPr txBox="1"/>
          <p:nvPr/>
        </p:nvSpPr>
        <p:spPr>
          <a:xfrm>
            <a:off x="1568449" y="1447799"/>
            <a:ext cx="9055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항상 감사합니다</a:t>
            </a:r>
            <a:r>
              <a:rPr lang="en-US" altLang="ko-KR" sz="60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..</a:t>
            </a:r>
            <a:endParaRPr lang="ko-KR" altLang="en-US" sz="6000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734156-FB06-4A49-901F-A95B05CAE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816" y="3869266"/>
            <a:ext cx="2256367" cy="1966957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339504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230</Words>
  <Application>Microsoft Office PowerPoint</Application>
  <PresentationFormat>와이드스크린</PresentationFormat>
  <Paragraphs>36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Pretendard</vt:lpstr>
      <vt:lpstr>Pretendard ExtraBold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29</cp:revision>
  <dcterms:created xsi:type="dcterms:W3CDTF">2026-03-05T13:56:31Z</dcterms:created>
  <dcterms:modified xsi:type="dcterms:W3CDTF">2026-05-10T13:05:17Z</dcterms:modified>
</cp:coreProperties>
</file>